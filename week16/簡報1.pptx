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4F0D68-310A-95F2-454C-9C8A12222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E99D9EE-6217-A5C0-4BEE-1001626A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13D66C-3160-C6DE-2DA2-06D31B6F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C6A670-7D10-8BD1-DEEB-CA7A71AF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E1FB4C-47FE-B2BF-B6E9-B2977F25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73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63958A-0D87-BF3D-83AA-246DD3E41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72470-E2D0-6485-916D-474EF2DDF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E02980-5E6B-BE43-2C7E-D00B2183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3D176C-ECFA-DAE6-F9E0-C7EF29E7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CD7FCD-D2F3-0C0E-8A53-A8121CCC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25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4DFE6-E724-02D4-9FC1-F707C6BD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24A944-E7A8-455F-68FE-EB9371F7C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01B32E-6067-0177-2616-4B8B78CC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6E69BD-A7A1-DD19-08A9-B0EFFFE6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213FAA-5DE9-8183-2338-0B4BCA23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97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08DA9-B869-973C-5A96-2437C271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4B6622-768A-2DAC-0B94-89A6AE522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DF315DE-607F-0D0C-3714-248C48A8D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7AC9F5-CD8E-B76B-EB27-D9279385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34FFAE-51A0-A586-A4D0-BE83A986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BC5328-6FC3-C4D5-F445-D956B6CA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80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9F5BFB-744B-52D5-D44B-0EBDC408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531136-EB30-8EFA-B241-B89559AB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59F7C2-D9EF-A82E-27C5-A3066EED5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2DBB5C1-F226-C172-9DDF-7F6D1E149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B43C030-3B6D-BFEA-8B0A-E788F0605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6CDD7CB-A3DB-8B9A-D14E-3EC46760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5E105BE-B224-B452-10FE-63B76FDD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0CD7F2-510A-8620-B761-3B4BCA1B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76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E6905-B424-D8BB-1858-179EDECA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D8C7D67-42E7-0F2C-DB96-B4BBE270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45C7A8-8125-89C3-622B-3A18D878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3C4A07B-AE63-EF9B-C8C1-E94ADD0E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55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A37A3F0-9F55-3A75-66BA-A1D8F4A3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B6A5F26-6D14-3FCC-2361-31919275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EBD316-C442-FCF2-E62D-ADE3DF8D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7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7E4F40-BAB7-7085-8F01-F97C5FFA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5CAF8A-BBE1-D395-60CB-4777B636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7AEDE9-0055-AA0C-B7D1-1C0B25F94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0CA2CD-703E-C321-7434-538A429F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CB74F7-D5ED-9D9F-C459-0A7F0A79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842D67-3BB1-C82E-BE77-EF2B09C7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12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16D59-27A9-7016-2870-D0743B68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CC8FB4C-B41F-C498-2CE9-23538C70B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9147432-C0B7-9506-ABA4-63AC54888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88FE9D-8A92-C000-67E2-7A7C4401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02C108-AEF9-C072-8755-86E9057A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D4642C-0263-C1B0-12C7-D55868C3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850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B1045-F484-690B-F274-9E578794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F3FA72-16DF-3543-4D09-41698D476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23A595-5A2D-831F-2C60-48EDA63E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97C075-9105-7CBE-54BD-F89E56F3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97B24C-D4D2-072F-FC92-E05206FE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60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F54E36E-1309-9C03-74F3-C8ED81797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6F69EB-9E50-9157-6804-B7746DBB7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9B4154-6DDD-45F5-CFCF-29D90EB9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A31B18-4EE4-8378-0C3C-4D32F758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CAE593-6893-9E1E-761C-F58CB14A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7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F1373EC-83F3-D0DF-0476-6F678D02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A8E3FF-AC96-8F71-83F1-67EB2BE1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638FD2-36D0-94CB-B4BC-9EDD084AA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E2C93-553E-43A8-AA51-9240B6C1D2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0E63DC-A601-8F9D-9799-676B59A4E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FF2BD4-8C26-32B4-951D-62AC903E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4AB41-A49E-4A4B-8364-C7968BC65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0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35ED37D-E133-CDA4-DCF6-D6B0A92F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409418"/>
            <a:ext cx="10050278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6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B28E6D-D104-D689-B3A0-AB2607D49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01C554-AA4A-C44E-9488-7CEF10841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228"/>
            <a:ext cx="12192000" cy="57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6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2026-06-09T08:06:39Z</dcterms:created>
  <dcterms:modified xsi:type="dcterms:W3CDTF">2026-06-09T08:06:42Z</dcterms:modified>
</cp:coreProperties>
</file>